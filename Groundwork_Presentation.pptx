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6400" b="1">
                <a:solidFill>
                  <a:srgbClr val="8B5CF6"/>
                </a:solidFill>
                <a:latin typeface="Space Grotesk"/>
              </a:defRPr>
            </a:pPr>
            <a:r>
              <a:t>GROUNDWORK</a:t>
            </a:r>
          </a:p>
          <a:p>
            <a:pPr>
              <a:defRPr sz="2400" b="1">
                <a:solidFill>
                  <a:srgbClr val="06B6D4"/>
                </a:solidFill>
                <a:latin typeface="Plus Jakarta Sans"/>
              </a:defRPr>
            </a:pPr>
            <a:r>
              <a:t>ML-Powered Startup Growth &amp; Investment Predictor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5029200"/>
            <a:ext cx="103327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CA3AF"/>
                </a:solidFill>
                <a:latin typeface="Plus Jakarta Sans"/>
              </a:defRPr>
            </a:pPr>
            <a:r>
              <a:t>A Data-Driven Learning &amp; Vetting Platform for Angel Investors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02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The 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High Early-Stage Risk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Up to 90% of early-stage startups fail. New angel investors enter the ecosystem with high capital risk and minimal data support.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Information Asymmetry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Novice investors struggle to audit operational health, verify customer unit economics, and distinguish solid metrics from marketing hype.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Jargon Barrier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Venture capital concepts like TAM, LTV, Churn, and Runway create an entry barrier for beginners trying to analyze financial metrics.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No Sandboxes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No secure educational environments exist where aspiring investors can practice evaluating real-world business outcomes without risking capital.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03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The Groundwork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ML-Driven Screening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Replaces gut-feel investing with empirical modeling, evaluating startup profiles against 1,000 synthesized business records.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Beginner-First Education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Provides on-the-fly hover tooltips for all prediction forms, translating professional finance terms into accessible analogies.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Interactive Funding Tutorials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Provides structured explanations on the progression and relationship between Pre-seed, Seed, Series A, and Series B stages.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Practice Sandbox Arena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Includes an interactive venture game with 6 business scenarios to build core metrics-appraisal instincts risk-free.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04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Core Dashboard Modules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Overview Console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A central landing showing screen sizes, top investment picks, and 36-month line trajectories comparing success vs. failure index benchmarks.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Startup Explorer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A fully filterable, searchable directory grid. Users can click 'Analyze' on any record to view normalized metrics compared to cohort averages.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Prediction Engine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An interactive calculator allowing investors to input custom startup statistics to retrieve dynamic growth classes and ROI estimations.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Practice Simulator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A 6-level interactive quiz displaying expert rationale and color-coded scorecards showing 'CORRECT' or 'WRONG' answers.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05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Cohort Features &amp;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Synthesized Cohorts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Simulates 1,000 detailed startup profiles across 7 industry sectors (AI, SaaS, FinTech, HealthTech, CleanTech, E-Commerce, EdTech).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Unit Economics Focus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Records customer metrics like Customer Lifetime Value (LTV), Customer Acquisition Cost (CAC), and LTV/CAC ratios.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Operational Parameters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Collects Customer Retention/Churn, Net Promoter Score (NPS), and Website Traffic Growth.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Capital Runway Indicators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Calculates capital runway based on cash reserves vs. monthly cash expenditure (Burn Rate).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06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Predictive Modeling 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Dual-Model Pipeline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Trains two separate Random Forest models built on standardized numerical scaling and one-hot categorical encoding.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Classification Engine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Categorizes startups into Low, Medium, and High Growth Potential tiers using Random Forest Classifier probabilities.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Regression Engine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Estimates the expected 3-year valuation multiple (ROI) using a skewed power-law distribution typical of venture capital returns.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Evaluation Results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Groundwork achieves ~84% accuracy in classification, and captures over 76% of ROI variances (R² score) in the cohort.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07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The Venture Practice Arena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Gamified Evaluation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Offers 6 distinct operational case studies simulating common startup profiles (FinTech, EdTech, CleanTech, SaaS).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Asymmetric Metrics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Presents complex cases (e.g., hyper-growth SaaS with low customer efficiency, or R&amp;D deeptech with high burn).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Instant Decision Assessment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Tells the user whether their guess (Invest/Decline) is correct or incorrect relative to model logic.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Expert Rationale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Shows a bold feedback banner with the correct option and a full unit-economic analysis explaining the outcome.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08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Educational &amp; Accessibility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Hover Glossary Tooltips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Interactive (i) icons explaining every form metric (NPS, Churn, TAM, CAC) upon cursor hover.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Real-World Analogies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Simplifies complex terms (e.g., Churn: 'water leaking out of the bucket'; TAM: 'total size of the market cake').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Moving Ticker Bar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A rolling news ticker at the top displays index trends and sector multiples (e.g., SaaS average multiples).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Technical Glossary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A centralized, toggleable directory detailing VC terminology, formal definitions, and formulas.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09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Tech Stack &amp; System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FastAPI Backend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Exposes API endpoints (`/api/startups`, `/api/metrics`, `/api/predict`) and serves static resources using Python.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Vanilla Frontend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Sleek single-page interface using HTML5, Vanilla CSS3, and JavaScript, optimized for fast loading and responsive layout.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Rich Glassmorphism UI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Employs high-end dark backgrounds, border glows, sliding transitions, and backdrop blur filters.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Chart.js Visualization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Renders dynamic sector doughnuts, model diagnostics (feature importances), and benchmark comparative charts.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B1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9CA3AF"/>
                </a:solidFill>
                <a:latin typeface="Space Grotesk"/>
              </a:defRPr>
            </a:pPr>
            <a:r>
              <a:t>010 // GROUNDWORK PROJECT</a:t>
            </a:r>
          </a:p>
          <a:p>
            <a:pPr>
              <a:defRPr sz="3600" b="1">
                <a:solidFill>
                  <a:srgbClr val="8B5CF6"/>
                </a:solidFill>
                <a:latin typeface="Space Grotesk"/>
              </a:defRPr>
            </a:pPr>
            <a:r>
              <a:t>Impact &amp; Future 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Empowering Angel Investors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Provides new angels with objective tools to screen companies, avoiding early-stage cash-burn traps.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Simplified Deployment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Pre-configured requirements ready for standard container hosting on cloud platforms like Render or Railway.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Equity API Connection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Future integrations with Crunchbase, AngelList, or SEMRush APIs to pull live startup indexes.</a:t>
            </a:r>
          </a:p>
          <a:p>
            <a:pPr>
              <a:spcAft>
                <a:spcPts val="1600"/>
              </a:spcAft>
            </a:pPr>
            <a:r>
              <a:rPr b="1" sz="1600">
                <a:solidFill>
                  <a:srgbClr val="06B6D4"/>
                </a:solidFill>
                <a:latin typeface="Plus Jakarta Sans"/>
              </a:rPr>
              <a:t>•  Community Leaderboard  |  </a:t>
            </a:r>
            <a:r>
              <a:rPr sz="1500">
                <a:solidFill>
                  <a:srgbClr val="F3F4F6"/>
                </a:solidFill>
                <a:latin typeface="Plus Jakarta Sans"/>
              </a:rPr>
              <a:t>Planned features for group syndicates, collaborative vetting practice, and cohort scoring tables.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